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77724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Khmer ASR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160934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submission: a transparent comparison of three adapted checkpoints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2770632"/>
            <a:ext cx="102412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13639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results describe three saved training configurations on one shared FLEURS Khmer test. They do not establish which ASR architecture is best.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61081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5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Khemrak Pasey  |  Deep Learning final project  |  26 October 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5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and scope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report distinguishes a shared-test result from a controlled architecture experiment.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04672" y="1755648"/>
            <a:ext cx="10561320" cy="105156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1984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answered by this report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42416" y="2258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the three saved configurations perform on the same 114 held-out FLEURS Khmer utterances?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04672" y="3182112"/>
            <a:ext cx="5001768" cy="2157984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34472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results support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42416" y="384048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transparent report of observed CER and ICU Khmer WER.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of saved end-to-end configurations on shared test audio.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36208" y="3182112"/>
            <a:ext cx="5129784" cy="2157984"/>
          </a:xfrm>
          <a:prstGeom prst="rect">
            <a:avLst/>
          </a:prstGeom>
          <a:solidFill>
            <a:srgbClr val="F9ECE5"/>
          </a:solidFill>
          <a:ln w="12700">
            <a:solidFill>
              <a:srgbClr val="F9EC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3447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results do not support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73952" y="384048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causal ranking of model architectures or fine-tuning methods.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claim that one model would win under equal data and compute.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4672" y="5623560"/>
            <a:ext cx="10561320" cy="530352"/>
          </a:xfrm>
          <a:prstGeom prst="rect">
            <a:avLst/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5751576"/>
            <a:ext cx="10158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systems started from pretrained checkpoints. Qwen also started from a checkpoint already adapted to Khmer by its publisher.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a limited shared FLEURS Khmer subset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small common split was a pilot-scale project choice, not the full available FLEURS corpus.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04672" y="1828800"/>
            <a:ext cx="2852928" cy="208483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531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051560" y="29535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utterances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383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FLEURS pilot split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41648" y="1828800"/>
            <a:ext cx="2852928" cy="208483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8536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124</a:t>
            </a:r>
            <a:endParaRPr lang="en-US" sz="4300" dirty="0"/>
          </a:p>
        </p:txBody>
      </p:sp>
      <p:sp>
        <p:nvSpPr>
          <p:cNvPr id="14" name="Text 11"/>
          <p:cNvSpPr/>
          <p:nvPr/>
        </p:nvSpPr>
        <p:spPr>
          <a:xfrm>
            <a:off x="4288536" y="29535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utterances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88536" y="3383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selection only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78624" y="1828800"/>
            <a:ext cx="2852928" cy="208483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25512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114</a:t>
            </a:r>
            <a:endParaRPr lang="en-US" sz="4300" dirty="0"/>
          </a:p>
        </p:txBody>
      </p:sp>
      <p:sp>
        <p:nvSpPr>
          <p:cNvPr id="18" name="Text 15"/>
          <p:cNvSpPr/>
          <p:nvPr/>
        </p:nvSpPr>
        <p:spPr>
          <a:xfrm>
            <a:off x="7525512" y="29535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 utterances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25512" y="3383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final evaluation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4672" y="4315968"/>
            <a:ext cx="10241280" cy="1243584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2416" y="45628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only 531 shared training clips?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42416" y="4882896"/>
            <a:ext cx="9555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study fixed a manageable pilot split after duration and label-length screening. It was chosen to make the first shared training runs feasible. The final report treats the result as limited-data evidence and does not generalize it to the full FLEURS corpus.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04672" y="583387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rules: audio at most 15 seconds; labels within Whisper’s token limit; exact row indices saved with seed 42.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checkpoints and adaptation methods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systems differ before training begins, so their scores cannot isolate a single cause.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03504" y="1856232"/>
            <a:ext cx="3182112" cy="356616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1856232"/>
            <a:ext cx="3182112" cy="704088"/>
          </a:xfrm>
          <a:prstGeom prst="rect">
            <a:avLst/>
          </a:prstGeom>
          <a:solidFill>
            <a:srgbClr val="D96538"/>
          </a:solidFill>
          <a:ln w="12700">
            <a:solidFill>
              <a:srgbClr val="D965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Whisper-Tiny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4672" y="274320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checkpoint: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openai/whisper-tiny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675888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fine-tuning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all model weights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4892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pretrained checkpoint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78808" y="1856232"/>
            <a:ext cx="3182112" cy="356616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78808" y="1856232"/>
            <a:ext cx="3182112" cy="704088"/>
          </a:xfrm>
          <a:prstGeom prst="rect">
            <a:avLst/>
          </a:prstGeom>
          <a:solidFill>
            <a:srgbClr val="1F587A"/>
          </a:solidFill>
          <a:ln w="12700">
            <a:solidFill>
              <a:srgbClr val="1F58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MMS-1B CTC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379976" y="274320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checkpoint: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facebook/mms-1b-all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379976" y="3675888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fine-tuning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4 encoder layers and CTC head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4379976" y="4892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pretrained checkpoint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754112" y="1856232"/>
            <a:ext cx="3182112" cy="356616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54112" y="1856232"/>
            <a:ext cx="3182112" cy="7040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36992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Qwen3-ASR 0.6B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955280" y="274320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checkpoint: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seanghay/Qwen3-ASR-0.6B-Khmer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955280" y="3675888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fine-tuning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Rank-8 adapter on q_proj and v_proj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955280" y="4892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checkpoint already adapted to Khmer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03504" y="5715000"/>
            <a:ext cx="10332720" cy="493776"/>
          </a:xfrm>
          <a:prstGeom prst="rect">
            <a:avLst/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5843016"/>
            <a:ext cx="9930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contribution is the documented adaptation, checkpoint selection, scoring, and interpretation. Qwen’s base model was not built from scratch in this project.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budgets were unequal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makes the fairness limitation explicit before presenting scores.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901952"/>
          <a:ext cx="10972800" cy="2304288"/>
        </p:xfrm>
        <a:graphic>
          <a:graphicData uri="http://schemas.openxmlformats.org/drawingml/2006/table">
            <a:tbl>
              <a:tblPr/>
              <a:tblGrid>
                <a:gridCol w="1920240"/>
                <a:gridCol w="2267712"/>
                <a:gridCol w="1938528"/>
                <a:gridCol w="2468880"/>
                <a:gridCol w="14173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Configuration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 data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 training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training time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Learning rate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Whisper-Tiny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531 shared clips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epochs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8.7 min measured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1e-5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MMS-1B CTC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531 shared clips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epochs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about 1.6 h estimated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3e-5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Qwen3-ASR LoRA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16,720 effective entries*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epochs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about 6.3 h estimated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1e-5</a:t>
                      </a:r>
                      <a:endParaRPr lang="en-US" sz="13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03504" y="4572000"/>
            <a:ext cx="10972800" cy="960120"/>
          </a:xfrm>
          <a:prstGeom prst="rect">
            <a:avLst/>
          </a:prstGeom>
          <a:solidFill>
            <a:srgbClr val="F9ECE5"/>
          </a:solidFill>
          <a:ln w="12700">
            <a:solidFill>
              <a:srgbClr val="F9EC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0392" y="48188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prevents a fair ranking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50392" y="5120640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received about 31.5 times more effective training entries per epoch and began from a Khmer-adapted publisher checkpoint. Its lower error cannot be credited only to Qwen architecture or LoRA.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03504" y="580644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*Effective entries include repeated FLEURS examples and additional public Khmer speech. Estimated times are not a speed benchmark.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learning rates differ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settings came from separate architecture-specific runs, not one common hyperparameter search.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04672" y="1783080"/>
            <a:ext cx="2971800" cy="201168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048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Whisper-Tiny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3272" y="2514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1e-5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fine-tuning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608576" y="1783080"/>
            <a:ext cx="2971800" cy="201168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37176" y="2048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MMS-1B CTC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37176" y="2514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3e-5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fine-tuning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412480" y="1783080"/>
            <a:ext cx="2971800" cy="201168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Qwen3-ASR LoRA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41080" y="2514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1e-5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adapter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804672" y="4251960"/>
            <a:ext cx="10579608" cy="1115568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45171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for the final report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42416" y="4818888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trainable components often require different stable learning rates. However, this project did not run one equal, systematic learning-rate sweep across all three models. Learning rate is therefore another configuration difference, not an explanation of model quality.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04672" y="5760720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follow-up would use the same tuning protocol and compute budget for each model.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held constant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evaluation is shared and reproducible even though training is not matched.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737360"/>
            <a:ext cx="2148840" cy="71323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1947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audio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10128" y="1883664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114 FLEURS Khmer utterances for all three saved systems.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22960" y="2734056"/>
            <a:ext cx="2148840" cy="713232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9443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scoring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10128" y="288036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NFC normalization; CER plus ICU Khmer word-segmented WER; lower is better.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822960" y="3730752"/>
            <a:ext cx="2148840" cy="71323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9410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choice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10128" y="3877056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only: 124 separate utterances. The test set was used once after selection.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822960" y="4727448"/>
            <a:ext cx="2148840" cy="713232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4937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rule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310128" y="4873752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edits are summed before division. WER can exceed 100% when insertions are frequent.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822960" y="5779008"/>
            <a:ext cx="10469880" cy="457200"/>
          </a:xfrm>
          <a:prstGeom prst="rect">
            <a:avLst/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5907024"/>
            <a:ext cx="10067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evaluation makes the reported outcomes comparable. Unequal starting points and training budgets still prevent causal model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results on the shared held-out test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114 test utterances and scoring policy for all three systems. Lower error is better.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47088"/>
          <a:ext cx="10789920" cy="2212848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20574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Configuration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 (%)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ICU Khmer WER (%)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 interpretation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Whisper-Tiny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86.76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106.27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This saved checkpoint was unreliable on this test.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MMS-1B CTC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15.84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67.16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Much lower CER, but word-level errors remained high.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Qwen3-ASR LoRA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13.71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33.40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6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observed error in this unequal configuration.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4617720"/>
            <a:ext cx="10789920" cy="1024128"/>
          </a:xfrm>
          <a:prstGeom prst="rect">
            <a:avLst/>
          </a:prstGeom>
          <a:solidFill>
            <a:srgbClr val="F9ECE5"/>
          </a:solidFill>
          <a:ln w="12700">
            <a:solidFill>
              <a:srgbClr val="F9EC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4873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statement for this project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32688" y="5166360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Qwen3-ASR LoRA had the lowest observed error on this shared test. The difference does not prove an architecture advantage because the training data, time, starting checkpoint, and adaptation method differ.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what may explain the score differences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support observations about configurations, not attribution to one factor.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04672" y="1673352"/>
            <a:ext cx="2240280" cy="658368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1874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7560" y="179222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had 16,720 effective entries per epoch. Whisper and MMS had 531 shared FLEURS clips.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" y="2624328"/>
            <a:ext cx="2240280" cy="658368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8254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point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37560" y="27432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began with a publisher-provided Khmer-adapted checkpoint. The other bases were general pretrained models.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" y="3575304"/>
            <a:ext cx="2240280" cy="658368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" y="37764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37560" y="36941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components were trainable, with different epochs, schedules, and learning rates.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4672" y="4526280"/>
            <a:ext cx="2240280" cy="658368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47274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337560" y="46451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made 831 word edits versus 1,671 for MMS on the shared test, but the experiment cannot separate the causes.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4672" y="5577840"/>
            <a:ext cx="10469880" cy="566928"/>
          </a:xfrm>
          <a:prstGeom prst="rect">
            <a:avLst/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705856"/>
            <a:ext cx="10067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“Qwen is the best model” would overstate this evidence. “Qwen had the lowest observed error in this configuration” is the supported conclusion.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fair follow-up experiment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design needed to answer the architecture question in a future study.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13232" y="1874520"/>
            <a:ext cx="2468880" cy="306324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13055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914400" y="28163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31012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Khmer training, validation, and test manifests for every model.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3529584" y="1874520"/>
            <a:ext cx="2468880" cy="3063240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30752" y="213055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3730752" y="28163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budget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730752" y="331012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an equal number of optimizer updates or GPU hours, and record actual wall time.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45936" y="1874520"/>
            <a:ext cx="2468880" cy="306324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47104" y="213055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6547104" y="28163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5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tuning rule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47104" y="331012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small learning-rate search protocol and select by the same validation metric.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9162288" y="1874520"/>
            <a:ext cx="2468880" cy="3063240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63456" y="213055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9363456" y="28163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reporting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363456" y="331012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CER, ICU Khmer WER, confidence intervals, compute cost, and error categories.</a:t>
            </a:r>
            <a:endParaRPr lang="en-US" sz="1420" dirty="0"/>
          </a:p>
        </p:txBody>
      </p:sp>
      <p:sp>
        <p:nvSpPr>
          <p:cNvPr id="24" name="Shape 21"/>
          <p:cNvSpPr/>
          <p:nvPr/>
        </p:nvSpPr>
        <p:spPr>
          <a:xfrm>
            <a:off x="713232" y="5532120"/>
            <a:ext cx="10927080" cy="566928"/>
          </a:xfrm>
          <a:prstGeom prst="rect">
            <a:avLst/>
          </a:prstGeom>
          <a:solidFill>
            <a:srgbClr val="D96538"/>
          </a:solidFill>
          <a:ln w="12700">
            <a:solidFill>
              <a:srgbClr val="D965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660136"/>
            <a:ext cx="10524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larger Khmer dataset can then test data scaling separately. It should not be mixed into an architecture comparison unless every model receives the same added data.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3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6766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4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reports useful shared-test outcomes, with clear limits on what those outcomes mean.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31520" y="2267712"/>
            <a:ext cx="102412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761488"/>
            <a:ext cx="10378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Qwen3-ASR LoRA had the lowest observed shared-test error: 13.71% CER and 33.40% ICU Khmer WER.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study used a limited 531-clip shared pilot split, while Qwen also used additional public Khmer speech.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Unequal data, training time, starting checkpoints, methods, and learning rates prevent a fair architecture ranking.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study should use matched data, budget, tuning, and uncertainty reporting.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59801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 Questions?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5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38912"/>
            <a:ext cx="9098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and project evidence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04672" y="10607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reported configurations, manifests, scores, and limitations are preserved in the project repository.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" y="1307592"/>
            <a:ext cx="11064240" cy="0"/>
          </a:xfrm>
          <a:prstGeom prst="line">
            <a:avLst/>
          </a:prstGeom>
          <a:noFill/>
          <a:ln w="15875">
            <a:solidFill>
              <a:srgbClr val="CFD8DF"/>
            </a:solidFill>
            <a:prstDash val="solid"/>
          </a:ln>
        </p:spPr>
      </p:sp>
      <p:pic>
        <p:nvPicPr>
          <p:cNvPr id="5" name="Image 0" descr="D:\khmer_asr\tmp\kit_deck_assets_20261026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73152"/>
            <a:ext cx="1847088" cy="1106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4739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Khmer ASR  |  Khemrak Pasey  |  Deep Learning final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" y="1783080"/>
            <a:ext cx="10469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FLEURS: Conneau et al., Few-shot Learning Evaluation of Universal Representations of Speech.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Whisper: Radford et al., Robust Speech Recognition via Large-Scale Weak Supervision.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MMS: Pratap et al., Scaling Speech Technology to 1,000+ Languages.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base: seanghay/Qwen3-ASR-0.6B-Khmer on Hugging Face.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Evaluation: saved FLEURS manifest, prediction pairs, and ICU Khmer word-break scoring policy.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04672" y="5486400"/>
            <a:ext cx="10424160" cy="548640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660136"/>
            <a:ext cx="1004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36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evidence: results/matched_fleurs_split.json, results/matched_cer_wer_summary.json, model-specific metrics, configuration files, and saved prediction pairs.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Kirirom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Khmer ASR final submission</dc:title>
  <dc:subject>Transparent final submission for Khmer ASR</dc:subject>
  <dc:creator>Khmer ASR project</dc:creator>
  <cp:lastModifiedBy>Khmer ASR project</cp:lastModifiedBy>
  <cp:revision>1</cp:revision>
  <dcterms:created xsi:type="dcterms:W3CDTF">2026-10-26T15:39:02Z</dcterms:created>
  <dcterms:modified xsi:type="dcterms:W3CDTF">2026-10-26T15:39:02Z</dcterms:modified>
</cp:coreProperties>
</file>